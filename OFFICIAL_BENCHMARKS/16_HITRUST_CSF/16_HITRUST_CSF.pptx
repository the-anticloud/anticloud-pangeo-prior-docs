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2026-10-02T09:25:09.015940Z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c96a420789c942220c90f2a03bda4a63bfa20809c2132b7cd2553d48485e6b4e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2026-10-02T09:25:09.015940Z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