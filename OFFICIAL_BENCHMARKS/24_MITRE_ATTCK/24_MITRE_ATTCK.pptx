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2026-10-02T09:25:10.030978Z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a955c834c4d80bbbb7ec02673885d53edc0b6f611e82aa70a3387617615fc962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2026-10-02T09:25:10.030978Z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