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2026-10-02T09:25:07.696270Z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639da0154a1b01e67783082f5a220871f92c874b6c0e52e873a502dae5c3fd50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2026-10-02T09:25:07.696270Z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