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PANGEO (ACADEMIA_RD)</a:t>
            </a:r>
          </a:p>
          <a:p>
            <a: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PANGEO is an Anticloud FZ LLE integration of Community platform for big data geoscience,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